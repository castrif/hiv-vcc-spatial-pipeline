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911A0-467E-E51E-1003-2A6CB6BC9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DE0FFD-8598-3B45-D5E7-4F791BBB3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376317-C8EE-3174-3B3F-786EDA08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E70963-53FC-5F3F-C399-1526B95B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828113-2664-97B9-5B66-E425E976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0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5AF2F-8DCB-ABA8-E2CC-171A168B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EEE485-0C95-2574-0F7B-FEA41086D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141B2B-D439-E81E-231C-609E17DB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5C7AAE-55D1-E39F-3178-820E2B11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8CA5F4-4818-4D0B-B488-698A597A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80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CC1CE-A2E0-8E74-E1D2-A87C927E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DCCB6-CB41-F339-AFEB-44A4313FC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E9747-7E1D-899E-198A-2D97A9A3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938EE9-D006-76CE-15EE-4FCA9BE6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AA4A0-D321-9171-C8A5-109B41F1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338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10A7D-68F7-1645-CE92-43C59696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DB78B-2F11-751C-EFEA-3DA119B45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4374D3-3322-5122-20E0-B31E4F731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3DDEC3-A9F5-A962-6080-DCD70A4B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5724A6-C408-ED00-8589-61267D15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6D5252-8FA2-6F74-A678-54CD7C61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98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2FA6B-682B-44EA-FE98-A470FC43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41CF5D-C46E-2406-FA08-448D1677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C7A392-EEC7-73F4-03C3-3250AC650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806272-FA39-FC88-A988-7638131E8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2866CA-FAC2-3A71-D567-8969694D0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016580-6F76-2189-DE74-6C64E05C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71A036-77F8-E177-C66D-E61E7C69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8C3AAF-E157-E086-6CA1-1CAF1E8E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25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B84C6-F791-EC90-5A0A-F851B353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E4D65D-515C-A8AF-B6B5-D753A38C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E003280-31C5-150B-B971-D4116AC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3F89C5-666E-8FD8-E9F5-729A671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35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F77A99-69A7-C21E-8CF4-E558A8C1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8C627E-A961-36D0-DCD9-C451F1EE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B9FFD9-F06E-596C-DB90-64A4241C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48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F4DFF-61D4-CC8B-5D79-65C7D47B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B4F37-77B4-48B3-B32D-617235D15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B52618-9239-A29A-98DB-AF49317A9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71BF85-D2FC-D124-F687-58638D62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221448-CD92-EF53-36F3-A86E317B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B80B30-5800-211A-B250-2B79B529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3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2ACC5-3DC9-F147-6DA2-4752F1C8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FE8847-46F3-C549-BE9F-F8FA432E6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509C44-7AE7-5A15-A7B2-CB65FD96A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947AB1-13D7-5BA5-ED8F-AFC0F597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B0C981-8476-DB35-9C33-28BAF8A3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F2550A-4B6B-D2C0-60F5-3EAA7BEB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182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112DE-C811-A668-2810-96227642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95D6C7-C866-A744-C9E9-61F462E5A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F43A3-1BC6-03D1-36A5-F4CDF52C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ECD684-A4FD-2AD1-5A2E-56AF4362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E2CCB3-FC1D-6CAC-AC51-CBB91716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253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A9C155-F24D-C990-6817-9095BA671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B8CD85-BBD9-293D-2664-C6546D8E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DD3B0C-EB27-1537-0BCE-8B731FC4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AA522B-AA53-AE75-1BDC-D9AB4069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4D0A9F-B0F6-6F58-4296-33053F61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11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714535-D064-EFDB-BE75-944EE856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6F686-C2F8-2930-937C-C3AAA3590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0FD368-BB97-3C8F-85EA-F8BDA8A8B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7FB35-0E63-45A0-BBCF-643A20CE250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959AFF-4013-3FC1-69FF-1DA643DD4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C977FF-9F9F-0CAC-5CDE-4442FDEE3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D08F2-6E9C-4460-8CC2-E679916A2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37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EBA54F-BA90-D3C8-656A-7B5E4026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82" y="216568"/>
            <a:ext cx="5543788" cy="336092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2BF645B-05E0-79C0-20F6-CCD0BE302926}"/>
              </a:ext>
            </a:extLst>
          </p:cNvPr>
          <p:cNvSpPr/>
          <p:nvPr/>
        </p:nvSpPr>
        <p:spPr>
          <a:xfrm>
            <a:off x="457200" y="192505"/>
            <a:ext cx="5566611" cy="34009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F8E3AC-F3C8-6556-4D77-5AABD519E4AE}"/>
              </a:ext>
            </a:extLst>
          </p:cNvPr>
          <p:cNvSpPr txBox="1"/>
          <p:nvPr/>
        </p:nvSpPr>
        <p:spPr>
          <a:xfrm>
            <a:off x="6168191" y="176462"/>
            <a:ext cx="59355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foi feito na primeira imagem: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Avaliação visual e ajustes de brilho para facilitar a minha compreensão biológica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Criação de uma máscara para os meus objetos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Seleção dos parâmetros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Criação de superfícies para processamento em lote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Exportação das planilhas com os parâmetros definidos.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F53CA9-1AEC-F0C2-0732-C33BC1FA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80" y="363879"/>
            <a:ext cx="5799221" cy="352181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F949C0F-B49B-F10B-8E22-2BC95D69C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2" y="707851"/>
            <a:ext cx="6079959" cy="368280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E0FBAC6-8A26-FFF8-B3A7-34A3AF484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035" y="2765019"/>
            <a:ext cx="6468586" cy="392831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7FE1FE-A880-8839-B354-8EA09141EF77}"/>
              </a:ext>
            </a:extLst>
          </p:cNvPr>
          <p:cNvSpPr txBox="1"/>
          <p:nvPr/>
        </p:nvSpPr>
        <p:spPr>
          <a:xfrm>
            <a:off x="0" y="0"/>
            <a:ext cx="31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93D4884-253F-7913-22AE-56749E871EDB}"/>
              </a:ext>
            </a:extLst>
          </p:cNvPr>
          <p:cNvSpPr txBox="1"/>
          <p:nvPr/>
        </p:nvSpPr>
        <p:spPr>
          <a:xfrm>
            <a:off x="5266215" y="6480829"/>
            <a:ext cx="31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 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E7F481E-1A73-F279-7162-33B224C3E657}"/>
              </a:ext>
            </a:extLst>
          </p:cNvPr>
          <p:cNvSpPr/>
          <p:nvPr/>
        </p:nvSpPr>
        <p:spPr>
          <a:xfrm>
            <a:off x="5831303" y="3176337"/>
            <a:ext cx="152402" cy="1203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C93858B-A4B9-6963-277C-7B39676C1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035" y="2501363"/>
            <a:ext cx="6591655" cy="399275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5C7BC72-9E07-AA60-1DC4-3DDA886F80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9101" y="2355098"/>
            <a:ext cx="6744667" cy="408895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9D1614F4-C552-B04A-782A-2FE95BFEC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9223" y="2257063"/>
            <a:ext cx="6912312" cy="418698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95B96A-6FEA-2D28-B738-A2F50E98BC99}"/>
              </a:ext>
            </a:extLst>
          </p:cNvPr>
          <p:cNvSpPr txBox="1"/>
          <p:nvPr/>
        </p:nvSpPr>
        <p:spPr>
          <a:xfrm>
            <a:off x="88232" y="4497742"/>
            <a:ext cx="4857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a criação da sup. Células eu determinei um diâmetro mínimo de 10uM, corte correspondente ao menor monócito possível.  </a:t>
            </a:r>
          </a:p>
        </p:txBody>
      </p:sp>
    </p:spTree>
    <p:extLst>
      <p:ext uri="{BB962C8B-B14F-4D97-AF65-F5344CB8AC3E}">
        <p14:creationId xmlns:p14="http://schemas.microsoft.com/office/powerpoint/2010/main" val="413103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Kaio de Souza Gomes</dc:creator>
  <cp:lastModifiedBy>Kaio de Souza Gomes</cp:lastModifiedBy>
  <cp:revision>1</cp:revision>
  <dcterms:created xsi:type="dcterms:W3CDTF">2026-09-29T17:15:31Z</dcterms:created>
  <dcterms:modified xsi:type="dcterms:W3CDTF">2026-09-29T17:15:39Z</dcterms:modified>
</cp:coreProperties>
</file>